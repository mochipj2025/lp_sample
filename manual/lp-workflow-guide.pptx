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C27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300" kern="0" dirty="0">
                <a:solidFill>
                  <a:srgbClr val="B0827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 STRUCTUREMAKER ワークフロー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920240"/>
            <a:ext cx="10058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アイデアから公開まで、</a:t>
            </a:r>
            <a:endParaRPr lang="en-US" sz="4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5つのステップ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822960" y="43434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フォルダ作成 → LP構成 → 画像生成 → AI構築 → デプロイ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はじめてでも、選んで作れる。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C27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全体の流れ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フォルダを作ってから公開するまで、この5ステップで進む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25880" y="2377440"/>
            <a:ext cx="1051560" cy="105156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5" name="Image 0" descr="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468880"/>
            <a:ext cx="868680" cy="8686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51560" y="1993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790956" y="365760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フォルダとリポジトリを用意する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30511" y="2702052"/>
            <a:ext cx="7637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DDD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3447288" y="2377440"/>
            <a:ext cx="1051560" cy="105156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10" name="Image 1" descr="step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2468880"/>
            <a:ext cx="868680" cy="8686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172968" y="1993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2912364" y="365760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LPの構成を考える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651919" y="2702052"/>
            <a:ext cx="7637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DDD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5568696" y="2377440"/>
            <a:ext cx="1051560" cy="105156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15" name="Image 2" descr="step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136" y="2468880"/>
            <a:ext cx="868680" cy="8686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294376" y="1993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33772" y="365760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必要な画像をAIで作る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6773327" y="2702052"/>
            <a:ext cx="7637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DDD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4"/>
          <p:cNvSpPr/>
          <p:nvPr/>
        </p:nvSpPr>
        <p:spPr>
          <a:xfrm>
            <a:off x="7690104" y="2377440"/>
            <a:ext cx="1051560" cy="1051560"/>
          </a:xfrm>
          <a:prstGeom prst="ellipse">
            <a:avLst/>
          </a:prstGeom>
          <a:solidFill>
            <a:srgbClr val="6B83A0"/>
          </a:solidFill>
          <a:ln/>
        </p:spPr>
      </p:sp>
      <p:pic>
        <p:nvPicPr>
          <p:cNvPr id="20" name="Image 3" descr="step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1544" y="2468880"/>
            <a:ext cx="868680" cy="8686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15784" y="1993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7155180" y="365760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データが揃ったフォルダをAIに渡す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894735" y="2702052"/>
            <a:ext cx="763707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6DDD7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Shape 18"/>
          <p:cNvSpPr/>
          <p:nvPr/>
        </p:nvSpPr>
        <p:spPr>
          <a:xfrm>
            <a:off x="9811512" y="2377440"/>
            <a:ext cx="1051560" cy="105156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25" name="Image 4" descr="step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2952" y="2468880"/>
            <a:ext cx="868680" cy="8686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537192" y="1993392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9276588" y="3657600"/>
            <a:ext cx="2121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コミット・プッシュしてVercelへ公開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64008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と ③ は準備、② と ⑤ は仕上げ。④ がAIに“作ってもらう”本番。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188720" cy="118872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3" name="Image 0" descr="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8915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63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11887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7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フォルダとリポジトリを用意する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作業用のフォルダをローカルに1つ作る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そのフォルダで git init を実行する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GitHubに同名の空リポジトリを作成してひも付ける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1812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3F0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606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ここを先にやっておくと、後工程で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書き出したものを置くだけで済む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 / 05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188720" cy="118872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3" name="Image 0" descr="ste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8915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63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11887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7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LPの構成を考える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 StructureMakerで「業種・読み手・ゴール」を選ぶ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LPの構成（骨組み）の設計図が自動で完成する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そのままLP制作プロンプトとしても出力できる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1812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3F0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606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3つ選ぶだけで、構成の悩みどころが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一通り整理される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 / 05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188720" cy="118872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3" name="Image 0" descr="step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8915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63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11887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7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必要な画像をAIで作る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画像プロンプト集をLP StructureMakerから書き出す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画像生成AI（Midjourney / Image 2.0 など）で1枚ずつ作成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できた画像をツールへ戻すと自動でWebP化・ZIPにまとまる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1812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3F0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606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ファイル名の自動リネームまで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ツール側で面倒を見てくれる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 / 05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188720" cy="1188720"/>
          </a:xfrm>
          <a:prstGeom prst="ellipse">
            <a:avLst/>
          </a:prstGeom>
          <a:solidFill>
            <a:srgbClr val="6B83A0"/>
          </a:solidFill>
          <a:ln/>
        </p:spPr>
      </p:sp>
      <p:pic>
        <p:nvPicPr>
          <p:cNvPr id="3" name="Image 0" descr="step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8915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B83A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11887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7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データが揃ったフォルダをAIに渡す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構成プロンプトと画像フォルダをまとめる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 / ChatGPT / v0 などに渡してLP構築を依頼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その場で動くプレビューとコードが返ってくる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1812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3F0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606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ここが一番AIに“作ってもらう”ところ。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他のステップは準備と仕上げ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 / 05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777240"/>
            <a:ext cx="1188720" cy="1188720"/>
          </a:xfrm>
          <a:prstGeom prst="ellipse">
            <a:avLst/>
          </a:prstGeom>
          <a:solidFill>
            <a:srgbClr val="8F635B"/>
          </a:solidFill>
          <a:ln/>
        </p:spPr>
      </p:sp>
      <p:pic>
        <p:nvPicPr>
          <p:cNvPr id="3" name="Image 0" descr="step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891540"/>
            <a:ext cx="960120" cy="9601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31720" y="868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F635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2286000" y="1188720"/>
            <a:ext cx="8961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C2724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コミット・プッシュしてVercelへ公開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868680" y="2331720"/>
            <a:ext cx="65836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できたLPをフォルダにまとめてコミット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GitHubへプッシュする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2C272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Vercelにリポジトリを連携し、デプロイして公開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7818120" y="233172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7F3F0"/>
          </a:solidFill>
          <a:ln/>
        </p:spPr>
      </p:sp>
      <p:sp>
        <p:nvSpPr>
          <p:cNvPr id="8" name="Text 5"/>
          <p:cNvSpPr/>
          <p:nvPr/>
        </p:nvSpPr>
        <p:spPr>
          <a:xfrm>
            <a:off x="8138160" y="2606040"/>
            <a:ext cx="29260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ここまで来れば、フォルダひとつが</a:t>
            </a:r>
            <a:endParaRPr lang="en-US" sz="13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5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そのまま公開ページになる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6400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 / 05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0116" y="105156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24688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Mincho" pitchFamily="34" charset="0"/>
                <a:ea typeface="Yu Mincho" pitchFamily="34" charset="-122"/>
                <a:cs typeface="Yu Mincho" pitchFamily="34" charset="-120"/>
              </a:rPr>
              <a:t>フォルダひとつから、公開まで一直線。</a:t>
            </a:r>
            <a:endParaRPr lang="en-US" sz="3000" dirty="0"/>
          </a:p>
        </p:txBody>
      </p:sp>
      <p:sp>
        <p:nvSpPr>
          <p:cNvPr id="4" name="Text 1"/>
          <p:cNvSpPr/>
          <p:nvPr/>
        </p:nvSpPr>
        <p:spPr>
          <a:xfrm>
            <a:off x="822960" y="3429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8CFC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① フォルダ＆リポジトリ　② LP構成　③ 画像生成　④ AI構築　⑤ デプロイ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82296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F656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 StructureMaker ― はじめてでも、選んで作れる。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2026-07-16T13:45:05Z</dcterms:created>
  <dcterms:modified xsi:type="dcterms:W3CDTF">2026-07-16T13:45:05Z</dcterms:modified>
</cp:coreProperties>
</file>